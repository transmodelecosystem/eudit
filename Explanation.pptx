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58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95" d="100"/>
          <a:sy n="95" d="100"/>
        </p:scale>
        <p:origin x="1158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A5C7BD-CEC4-F8DC-7471-899B82138DB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298BB5-A07D-EB52-8509-CA5FC4F7E73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7490523-40BE-6101-EFA5-CB160F3D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7C4952E-7946-0570-6EB9-B3B49E6A02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FEDA5A-D189-D64F-129F-421A1F737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39224627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7881605-EEDF-39F5-DFE7-223C2576FA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101BB1-3449-245C-6E84-10EC3C400A2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ED676E7-091B-555B-0CF6-D3E6B836D8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8D8026-69E1-255E-9CF1-30B8E91BA5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76F7F7D-2840-9A55-7A28-488BBDA03C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007464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E7C551F-DC22-E46A-B6DC-3A403907D0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4084733-162B-1FC3-D180-6E7D4711185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11E966-EC63-B59C-3902-05F948B45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ED4A18-63F0-D6C6-6B7E-651D2DF6E0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1D3A748-136B-1FEF-DF9A-2DFFB13C78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13828591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5A5EC6-1B11-574A-1C34-D043C495F3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92B0238-7A7C-4EBB-56C2-32BB069903A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FC9DCB6-DEEF-F833-5F58-784A30299D5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7190213-F7E9-9E37-4A08-70E3E05AAD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6F9BF53-EB46-2264-A331-327F32201B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93BAF78-9639-4B04-CF40-393E20562E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6365464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AB2D0-7A7F-B01F-F276-5784E27168D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0085BC8-2454-86A5-E96B-D8250DBA7BF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3D5697-4512-77FD-55E7-2748000EA7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C1BD12F-32FA-934C-55FF-666ED63125A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C6F1B1A-9B39-0F53-2785-5BEE8676D42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4E6879A-F7A8-3245-99BD-59B218FD0EE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C3DB6ED-DDF2-D6EF-E244-6D418698A7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EF74A67-464B-AAB0-A1DB-891971816D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631423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8D6AD-574F-8CD2-4498-2628544E90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123A56A-5D39-0A9B-322A-25BF2B8197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219C6B4-967B-2878-1042-F22863FB6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1589703-1FBD-053D-D222-12ADC55889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124742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F2045CD-C089-0D41-9901-451EF22673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652E843-D7A8-09C5-26D5-357C608A13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6D30F2-5035-5A35-13EB-81BCAD31D6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69898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2E9AB6-36A9-6988-5549-C138645BC98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8B1DC0-B4B1-0CF8-380B-16C94F0FB1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4E1C741-AFC5-8E98-FB9A-C2D4703324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5C4FCFD-0C39-C9A6-DFB1-0D53AEE46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7FA891F-BF10-DB47-876B-ACAB34D9C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0B0970A-815D-6E35-A6AD-614E1DAF83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6716256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C98D94-40AA-5920-56A5-590B82389BE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C62EB10-1627-9A8C-ACC2-55308CD1FBD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GB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D21AB1-13AD-2E93-C0B2-7AF8561706A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EC0FA2D-304C-5098-AF8C-8DD5A272C3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8203521-4EAC-E3BA-2167-8CBE6B3C05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DDEFCE-57F4-226D-B088-5B1D22AAA6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24329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C5C3B4-B2FA-8479-1BE8-0B1D774BA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81DDCF-4BCD-E34E-ED1A-0ED320CA0CD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597B6ED-1002-38AB-5E19-5B8C4137E1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224CB0-6D8C-C61A-94BE-48274FF542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4D9242-4D6D-270C-B347-C7D8E813A2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293273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04C43B8-748D-4D3F-8C2D-5A8A49FB4F8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8ED4E0E-7E43-0B4D-C558-08AEED1B95B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47CC7A-1485-7DC0-4AA9-4B56360ADF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32E765-B38E-138C-B7AB-704B5B65DD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7E9123-2D00-FC5F-22AB-B27FBF44A9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8300062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60896D2-46AD-9C76-D442-27E2350140E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B8DE7-67AA-C59C-C3A5-F1DBF503E9E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846B78-68F3-6D7D-5144-D38F8948C2A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2450D56-E223-4270-8331-B572CADEE600}" type="datetimeFigureOut">
              <a:rPr lang="en-GB" smtClean="0"/>
              <a:t>24/07/2026</a:t>
            </a:fld>
            <a:endParaRPr lang="en-GB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7108809-9BCE-02CB-09F9-615B65B10FE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7340EB-D600-DD72-22EA-59C390ED627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AE9A639-C5D0-4D1F-A203-54D5FFDC86EA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982566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2E7DB-0A54-ED3B-46D1-FF227F35A4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34FC6EE-74A7-FA5D-F4DB-FAE2C64DB23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1769EED-892A-19EB-C11A-EBC7F736246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384"/>
            <a:ext cx="12192000" cy="47292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35416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D5B78E8-2C1C-0ABA-F587-97BB551C99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CC55FB-4008-28B6-FBB1-9E6065699A5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59B046A-01DD-E9A3-7AA7-2DE76C3DFDD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D785FB6-838C-EAFF-1EAB-02E7A6CAAB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384"/>
            <a:ext cx="12192000" cy="472923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F435BF9-D2F8-DF43-38C3-9A4989D968C7}"/>
              </a:ext>
            </a:extLst>
          </p:cNvPr>
          <p:cNvSpPr/>
          <p:nvPr/>
        </p:nvSpPr>
        <p:spPr>
          <a:xfrm>
            <a:off x="3369733" y="3285067"/>
            <a:ext cx="1388534" cy="22489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B6509FA7-A0E9-B070-177B-CD45CCB0C1A9}"/>
              </a:ext>
            </a:extLst>
          </p:cNvPr>
          <p:cNvSpPr/>
          <p:nvPr/>
        </p:nvSpPr>
        <p:spPr>
          <a:xfrm>
            <a:off x="360643" y="2836362"/>
            <a:ext cx="651034" cy="3640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F66ACA85-764F-31D1-CA56-A0E1D77FC312}"/>
              </a:ext>
            </a:extLst>
          </p:cNvPr>
          <p:cNvSpPr/>
          <p:nvPr/>
        </p:nvSpPr>
        <p:spPr>
          <a:xfrm>
            <a:off x="1106430" y="2217907"/>
            <a:ext cx="557000" cy="398834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5B081CDD-E85B-FD1A-3A8C-23A800488018}"/>
              </a:ext>
            </a:extLst>
          </p:cNvPr>
          <p:cNvSpPr/>
          <p:nvPr/>
        </p:nvSpPr>
        <p:spPr>
          <a:xfrm flipV="1">
            <a:off x="836578" y="1551539"/>
            <a:ext cx="826851" cy="491270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EB8A3D5-8B4A-FF72-C5DB-75D135D201D9}"/>
              </a:ext>
            </a:extLst>
          </p:cNvPr>
          <p:cNvSpPr txBox="1"/>
          <p:nvPr/>
        </p:nvSpPr>
        <p:spPr>
          <a:xfrm>
            <a:off x="0" y="223736"/>
            <a:ext cx="906767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Read as:   SEARCH OFFER REQUEST    </a:t>
            </a:r>
            <a:r>
              <a:rPr lang="sv-SE" dirty="0" err="1"/>
              <a:t>limited</a:t>
            </a:r>
            <a:r>
              <a:rPr lang="sv-SE" dirty="0"/>
              <a:t> by     </a:t>
            </a:r>
            <a:r>
              <a:rPr lang="sv-SE" dirty="0" err="1"/>
              <a:t>zero</a:t>
            </a:r>
            <a:r>
              <a:rPr lang="sv-SE" dirty="0"/>
              <a:t> to </a:t>
            </a:r>
            <a:r>
              <a:rPr lang="sv-SE" dirty="0" err="1"/>
              <a:t>many</a:t>
            </a:r>
            <a:r>
              <a:rPr lang="sv-SE" dirty="0"/>
              <a:t>    TRIP PATTERN </a:t>
            </a:r>
            <a:r>
              <a:rPr lang="sv-SE" dirty="0" err="1"/>
              <a:t>SECTIONs</a:t>
            </a:r>
            <a:endParaRPr lang="en-GB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F43E0564-CA0F-BF6F-0F6B-72711F7BA578}"/>
              </a:ext>
            </a:extLst>
          </p:cNvPr>
          <p:cNvSpPr/>
          <p:nvPr/>
        </p:nvSpPr>
        <p:spPr>
          <a:xfrm>
            <a:off x="1011676" y="263519"/>
            <a:ext cx="2655651" cy="2650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BA172FCE-449E-FC91-9B2E-83843601096B}"/>
              </a:ext>
            </a:extLst>
          </p:cNvPr>
          <p:cNvSpPr/>
          <p:nvPr/>
        </p:nvSpPr>
        <p:spPr>
          <a:xfrm>
            <a:off x="3784060" y="274118"/>
            <a:ext cx="1099225" cy="265049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649DA383-77F3-AD42-07D3-A5D133E9D7CC}"/>
              </a:ext>
            </a:extLst>
          </p:cNvPr>
          <p:cNvSpPr/>
          <p:nvPr/>
        </p:nvSpPr>
        <p:spPr>
          <a:xfrm>
            <a:off x="5000018" y="274118"/>
            <a:ext cx="1361871" cy="318950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D77E155C-106F-9C85-4902-1CACBB9AE899}"/>
              </a:ext>
            </a:extLst>
          </p:cNvPr>
          <p:cNvSpPr/>
          <p:nvPr/>
        </p:nvSpPr>
        <p:spPr>
          <a:xfrm>
            <a:off x="6478622" y="263519"/>
            <a:ext cx="2431914" cy="387528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695406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C75EF1-8EA2-3F56-DF6C-10389172ED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215A09-DEAE-E818-6BB5-3342ABC2695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25E840E-1AA9-91C2-E091-ACF9B054EDE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30D54B-52F3-80DE-35DA-39A81D50C3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384"/>
            <a:ext cx="12192000" cy="472923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B6C5F2A1-15E3-6F6B-0892-B4959FB40B7F}"/>
              </a:ext>
            </a:extLst>
          </p:cNvPr>
          <p:cNvSpPr/>
          <p:nvPr/>
        </p:nvSpPr>
        <p:spPr>
          <a:xfrm>
            <a:off x="889359" y="1600199"/>
            <a:ext cx="774071" cy="39883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7" name="Rectangle: Rounded Corners 6">
            <a:extLst>
              <a:ext uri="{FF2B5EF4-FFF2-40B4-BE49-F238E27FC236}">
                <a16:creationId xmlns:a16="http://schemas.microsoft.com/office/drawing/2014/main" id="{9B75D7B2-C3D5-7699-C8A8-F3845CE040C3}"/>
              </a:ext>
            </a:extLst>
          </p:cNvPr>
          <p:cNvSpPr/>
          <p:nvPr/>
        </p:nvSpPr>
        <p:spPr>
          <a:xfrm>
            <a:off x="246611" y="2235305"/>
            <a:ext cx="651034" cy="364038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85F7D982-8944-E453-9FE4-206D3E430267}"/>
              </a:ext>
            </a:extLst>
          </p:cNvPr>
          <p:cNvSpPr/>
          <p:nvPr/>
        </p:nvSpPr>
        <p:spPr>
          <a:xfrm>
            <a:off x="1038787" y="2850203"/>
            <a:ext cx="332813" cy="299261"/>
          </a:xfrm>
          <a:prstGeom prst="roundRect">
            <a:avLst/>
          </a:prstGeom>
          <a:noFill/>
          <a:ln>
            <a:solidFill>
              <a:schemeClr val="accent4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F7E713C4-64EF-5B92-30E8-6915D811E6E6}"/>
              </a:ext>
            </a:extLst>
          </p:cNvPr>
          <p:cNvSpPr/>
          <p:nvPr/>
        </p:nvSpPr>
        <p:spPr>
          <a:xfrm flipV="1">
            <a:off x="3357663" y="3183364"/>
            <a:ext cx="1389435" cy="491270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E4E838FD-BE50-2A19-D0DB-70DE8A51D9F4}"/>
              </a:ext>
            </a:extLst>
          </p:cNvPr>
          <p:cNvSpPr txBox="1"/>
          <p:nvPr/>
        </p:nvSpPr>
        <p:spPr>
          <a:xfrm>
            <a:off x="0" y="281715"/>
            <a:ext cx="81967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Or read as: TRIP PATTERN SECTION   </a:t>
            </a:r>
            <a:r>
              <a:rPr lang="sv-SE" dirty="0" err="1"/>
              <a:t>limiting</a:t>
            </a:r>
            <a:r>
              <a:rPr lang="sv-SE" dirty="0"/>
              <a:t>      </a:t>
            </a:r>
            <a:r>
              <a:rPr lang="sv-SE" dirty="0" err="1"/>
              <a:t>one</a:t>
            </a:r>
            <a:r>
              <a:rPr lang="sv-SE" dirty="0"/>
              <a:t>     SEARCH OFFER REQUEST    </a:t>
            </a:r>
            <a:endParaRPr lang="en-GB" dirty="0"/>
          </a:p>
        </p:txBody>
      </p:sp>
      <p:sp>
        <p:nvSpPr>
          <p:cNvPr id="14" name="Rectangle: Rounded Corners 13">
            <a:extLst>
              <a:ext uri="{FF2B5EF4-FFF2-40B4-BE49-F238E27FC236}">
                <a16:creationId xmlns:a16="http://schemas.microsoft.com/office/drawing/2014/main" id="{B6D39657-6849-6226-0141-3268BAD56516}"/>
              </a:ext>
            </a:extLst>
          </p:cNvPr>
          <p:cNvSpPr/>
          <p:nvPr/>
        </p:nvSpPr>
        <p:spPr>
          <a:xfrm>
            <a:off x="1171281" y="294491"/>
            <a:ext cx="2431914" cy="302723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FC51AD90-2ABF-9B05-ECAE-B32BDEF2462B}"/>
              </a:ext>
            </a:extLst>
          </p:cNvPr>
          <p:cNvSpPr/>
          <p:nvPr/>
        </p:nvSpPr>
        <p:spPr>
          <a:xfrm>
            <a:off x="3659042" y="287991"/>
            <a:ext cx="835137" cy="298557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C32329D0-350F-4562-C838-C287B14E1B8A}"/>
              </a:ext>
            </a:extLst>
          </p:cNvPr>
          <p:cNvSpPr/>
          <p:nvPr/>
        </p:nvSpPr>
        <p:spPr>
          <a:xfrm>
            <a:off x="4577516" y="332097"/>
            <a:ext cx="607328" cy="265117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71FEBB2A-F7D1-136F-D407-319A5F391696}"/>
              </a:ext>
            </a:extLst>
          </p:cNvPr>
          <p:cNvSpPr/>
          <p:nvPr/>
        </p:nvSpPr>
        <p:spPr>
          <a:xfrm>
            <a:off x="5268181" y="263519"/>
            <a:ext cx="2640406" cy="387528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5239315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3BAABC4-EF2D-79FF-207D-555852535A2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55B148-50F0-51BB-D45D-85335422D22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E7DD64D-40ED-917B-6B8A-7242CF0332D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33711361-57A7-FBF6-655A-762FBF116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384"/>
            <a:ext cx="12192000" cy="4729231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984E8DEB-11EB-D0EA-E2DE-98835BD18096}"/>
              </a:ext>
            </a:extLst>
          </p:cNvPr>
          <p:cNvSpPr txBox="1"/>
          <p:nvPr/>
        </p:nvSpPr>
        <p:spPr>
          <a:xfrm>
            <a:off x="321013" y="343903"/>
            <a:ext cx="1073665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Read  &lt;&lt;</a:t>
            </a:r>
            <a:r>
              <a:rPr lang="sv-SE" dirty="0" err="1"/>
              <a:t>reference</a:t>
            </a:r>
            <a:r>
              <a:rPr lang="sv-SE" dirty="0"/>
              <a:t>&gt;&gt;  as  </a:t>
            </a:r>
            <a:r>
              <a:rPr lang="sv-SE" dirty="0" err="1"/>
              <a:t>that</a:t>
            </a:r>
            <a:r>
              <a:rPr lang="sv-SE" dirty="0"/>
              <a:t> SEARCH OFFER REQUEST </a:t>
            </a:r>
            <a:r>
              <a:rPr lang="sv-SE" dirty="0" err="1"/>
              <a:t>should</a:t>
            </a:r>
            <a:r>
              <a:rPr lang="sv-SE" dirty="0"/>
              <a:t> </a:t>
            </a:r>
            <a:r>
              <a:rPr lang="sv-SE" dirty="0" err="1"/>
              <a:t>include</a:t>
            </a:r>
            <a:r>
              <a:rPr lang="sv-SE" dirty="0"/>
              <a:t>  a </a:t>
            </a:r>
            <a:r>
              <a:rPr lang="sv-SE" dirty="0" err="1"/>
              <a:t>reference</a:t>
            </a:r>
            <a:r>
              <a:rPr lang="sv-SE" dirty="0"/>
              <a:t> to OFFERED PACKAGE </a:t>
            </a:r>
            <a:br>
              <a:rPr lang="sv-SE" dirty="0"/>
            </a:br>
            <a:r>
              <a:rPr lang="sv-SE" dirty="0" err="1"/>
              <a:t>instead</a:t>
            </a:r>
            <a:r>
              <a:rPr lang="sv-SE" dirty="0"/>
              <a:t> </a:t>
            </a:r>
            <a:r>
              <a:rPr lang="sv-SE" dirty="0" err="1"/>
              <a:t>of</a:t>
            </a:r>
            <a:r>
              <a:rPr lang="sv-SE" dirty="0"/>
              <a:t> </a:t>
            </a:r>
            <a:r>
              <a:rPr lang="sv-SE" dirty="0" err="1"/>
              <a:t>specifying</a:t>
            </a:r>
            <a:r>
              <a:rPr lang="sv-SE" dirty="0"/>
              <a:t> the </a:t>
            </a:r>
            <a:r>
              <a:rPr lang="sv-SE" dirty="0" err="1"/>
              <a:t>expanded</a:t>
            </a:r>
            <a:r>
              <a:rPr lang="sv-SE" dirty="0"/>
              <a:t> OFFERED PACKAGE</a:t>
            </a:r>
            <a:endParaRPr lang="en-GB" dirty="0"/>
          </a:p>
        </p:txBody>
      </p:sp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CB770CB6-080D-06C9-515B-BE8FC20C6783}"/>
              </a:ext>
            </a:extLst>
          </p:cNvPr>
          <p:cNvSpPr/>
          <p:nvPr/>
        </p:nvSpPr>
        <p:spPr>
          <a:xfrm>
            <a:off x="8116287" y="3255962"/>
            <a:ext cx="872069" cy="3460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5EE930C4-3858-C5AA-3A48-A7F5E4571B17}"/>
              </a:ext>
            </a:extLst>
          </p:cNvPr>
          <p:cNvSpPr/>
          <p:nvPr/>
        </p:nvSpPr>
        <p:spPr>
          <a:xfrm>
            <a:off x="924129" y="383047"/>
            <a:ext cx="1553158" cy="3460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17280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1141B-4F64-350F-B800-29EE33B021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F8B2C3D7-982D-1C9B-CDB6-034ECC19AAC8}"/>
              </a:ext>
            </a:extLst>
          </p:cNvPr>
          <p:cNvSpPr txBox="1"/>
          <p:nvPr/>
        </p:nvSpPr>
        <p:spPr>
          <a:xfrm>
            <a:off x="68094" y="318277"/>
            <a:ext cx="1175167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sv-SE" dirty="0"/>
              <a:t>Right-</a:t>
            </a:r>
            <a:r>
              <a:rPr lang="sv-SE" dirty="0" err="1"/>
              <a:t>adjusted</a:t>
            </a:r>
            <a:r>
              <a:rPr lang="sv-SE" dirty="0"/>
              <a:t> </a:t>
            </a:r>
            <a:r>
              <a:rPr lang="sv-SE" dirty="0" err="1"/>
              <a:t>blue-circled</a:t>
            </a:r>
            <a:r>
              <a:rPr lang="sv-SE" dirty="0"/>
              <a:t> diagram symbol </a:t>
            </a:r>
            <a:r>
              <a:rPr lang="sv-SE" dirty="0" err="1"/>
              <a:t>means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</a:t>
            </a:r>
            <a:r>
              <a:rPr lang="sv-SE" dirty="0" err="1"/>
              <a:t>there</a:t>
            </a:r>
            <a:r>
              <a:rPr lang="sv-SE" dirty="0"/>
              <a:t> is a </a:t>
            </a:r>
            <a:r>
              <a:rPr lang="sv-SE" dirty="0" err="1"/>
              <a:t>separate</a:t>
            </a:r>
            <a:r>
              <a:rPr lang="sv-SE" dirty="0"/>
              <a:t> diagram </a:t>
            </a:r>
            <a:r>
              <a:rPr lang="sv-SE" dirty="0" err="1"/>
              <a:t>describing</a:t>
            </a:r>
            <a:r>
              <a:rPr lang="sv-SE" dirty="0"/>
              <a:t> the </a:t>
            </a:r>
            <a:r>
              <a:rPr lang="sv-SE" dirty="0" err="1"/>
              <a:t>parent</a:t>
            </a:r>
            <a:r>
              <a:rPr lang="sv-SE" dirty="0"/>
              <a:t> REQUEST</a:t>
            </a:r>
            <a:br>
              <a:rPr lang="sv-SE" dirty="0"/>
            </a:br>
            <a:r>
              <a:rPr lang="sv-SE" dirty="0" err="1"/>
              <a:t>Left-adjusted</a:t>
            </a:r>
            <a:r>
              <a:rPr lang="sv-SE" dirty="0"/>
              <a:t> red-</a:t>
            </a:r>
            <a:r>
              <a:rPr lang="sv-SE" dirty="0" err="1"/>
              <a:t>circled</a:t>
            </a:r>
            <a:r>
              <a:rPr lang="sv-SE" dirty="0"/>
              <a:t> diagram symbol </a:t>
            </a:r>
            <a:r>
              <a:rPr lang="sv-SE" dirty="0" err="1"/>
              <a:t>means</a:t>
            </a:r>
            <a:r>
              <a:rPr lang="sv-SE" dirty="0"/>
              <a:t> </a:t>
            </a:r>
            <a:r>
              <a:rPr lang="sv-SE" dirty="0" err="1"/>
              <a:t>that</a:t>
            </a:r>
            <a:r>
              <a:rPr lang="sv-SE" dirty="0"/>
              <a:t>  </a:t>
            </a:r>
            <a:r>
              <a:rPr lang="sv-SE" dirty="0" err="1"/>
              <a:t>there</a:t>
            </a:r>
            <a:r>
              <a:rPr lang="sv-SE" dirty="0"/>
              <a:t> is a </a:t>
            </a:r>
            <a:r>
              <a:rPr lang="sv-SE" dirty="0" err="1"/>
              <a:t>separate</a:t>
            </a:r>
            <a:r>
              <a:rPr lang="sv-SE" dirty="0"/>
              <a:t> diagram </a:t>
            </a:r>
            <a:r>
              <a:rPr lang="sv-SE" dirty="0" err="1"/>
              <a:t>describing</a:t>
            </a:r>
            <a:r>
              <a:rPr lang="sv-SE" dirty="0"/>
              <a:t> the TRAVELLING ENTITY</a:t>
            </a:r>
            <a:br>
              <a:rPr lang="sv-SE" dirty="0"/>
            </a:br>
            <a:endParaRPr lang="en-GB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6C57EB6-B96E-8E31-2A1A-5D6DBA73C7A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AC3CB93-374B-5584-1A6F-8B5DA4736DD0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GB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AEC1FD86-748F-8A80-E5E9-EA708CB2E29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064384"/>
            <a:ext cx="12192000" cy="4729231"/>
          </a:xfrm>
          <a:prstGeom prst="rect">
            <a:avLst/>
          </a:prstGeom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D1D15BF2-C181-17D6-0688-91A49D9A7A89}"/>
              </a:ext>
            </a:extLst>
          </p:cNvPr>
          <p:cNvSpPr/>
          <p:nvPr/>
        </p:nvSpPr>
        <p:spPr>
          <a:xfrm>
            <a:off x="321014" y="4911724"/>
            <a:ext cx="651752" cy="346076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CB091BF5-A776-23A6-4ECD-A15916E4940A}"/>
              </a:ext>
            </a:extLst>
          </p:cNvPr>
          <p:cNvSpPr/>
          <p:nvPr/>
        </p:nvSpPr>
        <p:spPr>
          <a:xfrm>
            <a:off x="6867728" y="3509963"/>
            <a:ext cx="570689" cy="449195"/>
          </a:xfrm>
          <a:prstGeom prst="roundRect">
            <a:avLst/>
          </a:prstGeom>
          <a:noFill/>
          <a:ln>
            <a:solidFill>
              <a:srgbClr val="00B0F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9578415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22</TotalTime>
  <Words>82</Words>
  <Application>Microsoft Office PowerPoint</Application>
  <PresentationFormat>Widescreen</PresentationFormat>
  <Paragraphs>4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Hogia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Ulf Bjersing</dc:creator>
  <cp:lastModifiedBy>Ulf Bjersing</cp:lastModifiedBy>
  <cp:revision>1</cp:revision>
  <dcterms:created xsi:type="dcterms:W3CDTF">2026-07-24T14:08:26Z</dcterms:created>
  <dcterms:modified xsi:type="dcterms:W3CDTF">2026-07-24T14:31:10Z</dcterms:modified>
</cp:coreProperties>
</file>